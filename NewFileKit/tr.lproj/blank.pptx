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 type="screen4x3"/>
  <p:notesSz cx="6858000" cy="9144000"/>
  <p:defaultTextStyle>
    <a:defPPr>
      <a:defRPr lang="tr-T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Click to edit Master title style</a:t>
            </a:r>
            <a:endParaRPr lang="tr-T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Click to edit Master subtitle style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tr-TR" smtClean="0"/>
              <a:t>1/27/13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Click to edit Master text styles</a:t>
            </a:r>
          </a:p>
          <a:p>
            <a:pPr lvl="1"/>
            <a:r>
              <a:rPr lang="tr-TR" smtClean="0"/>
              <a:t>Second level</a:t>
            </a:r>
          </a:p>
          <a:p>
            <a:pPr lvl="2"/>
            <a:r>
              <a:rPr lang="tr-TR" smtClean="0"/>
              <a:t>Third level</a:t>
            </a:r>
          </a:p>
          <a:p>
            <a:pPr lvl="3"/>
            <a:r>
              <a:rPr lang="tr-TR" smtClean="0"/>
              <a:t>Fourth level</a:t>
            </a:r>
          </a:p>
          <a:p>
            <a:pPr lvl="4"/>
            <a:r>
              <a:rPr lang="tr-TR" smtClean="0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tr-TR" smtClean="0"/>
              <a:t>1/27/13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tr-TR" smtClean="0"/>
              <a:t>1/27/13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Click to edit Master text styles</a:t>
            </a:r>
          </a:p>
          <a:p>
            <a:pPr lvl="1"/>
            <a:r>
              <a:rPr lang="tr-TR" smtClean="0"/>
              <a:t>Second level</a:t>
            </a:r>
          </a:p>
          <a:p>
            <a:pPr lvl="2"/>
            <a:r>
              <a:rPr lang="tr-TR" smtClean="0"/>
              <a:t>Third level</a:t>
            </a:r>
          </a:p>
          <a:p>
            <a:pPr lvl="3"/>
            <a:r>
              <a:rPr lang="tr-TR" smtClean="0"/>
              <a:t>Fourth level</a:t>
            </a:r>
          </a:p>
          <a:p>
            <a:pPr lvl="4"/>
            <a:r>
              <a:rPr lang="tr-TR" smtClean="0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Click to edit Master text styles</a:t>
            </a:r>
          </a:p>
          <a:p>
            <a:pPr lvl="1"/>
            <a:r>
              <a:rPr lang="tr-TR" smtClean="0"/>
              <a:t>Second level</a:t>
            </a:r>
          </a:p>
          <a:p>
            <a:pPr lvl="2"/>
            <a:r>
              <a:rPr lang="tr-TR" smtClean="0"/>
              <a:t>Third level</a:t>
            </a:r>
          </a:p>
          <a:p>
            <a:pPr lvl="3"/>
            <a:r>
              <a:rPr lang="tr-TR" smtClean="0"/>
              <a:t>Fourth level</a:t>
            </a:r>
          </a:p>
          <a:p>
            <a:pPr lvl="4"/>
            <a:r>
              <a:rPr lang="tr-TR" smtClean="0"/>
              <a:t>Fifth level</a:t>
            </a:r>
            <a:endParaRPr lang="tr-T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tr-TR" smtClean="0"/>
              <a:t>1/27/13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Click to edit Master text styles</a:t>
            </a:r>
          </a:p>
          <a:p>
            <a:pPr lvl="1"/>
            <a:r>
              <a:rPr lang="tr-TR" smtClean="0"/>
              <a:t>Second level</a:t>
            </a:r>
          </a:p>
          <a:p>
            <a:pPr lvl="2"/>
            <a:r>
              <a:rPr lang="tr-TR" smtClean="0"/>
              <a:t>Third level</a:t>
            </a:r>
          </a:p>
          <a:p>
            <a:pPr lvl="3"/>
            <a:r>
              <a:rPr lang="tr-TR" smtClean="0"/>
              <a:t>Fourth level</a:t>
            </a:r>
          </a:p>
          <a:p>
            <a:pPr lvl="4"/>
            <a:r>
              <a:rPr lang="tr-TR" smtClean="0"/>
              <a:t>Fifth level</a:t>
            </a:r>
            <a:endParaRPr lang="tr-T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Click to edit Master text styles</a:t>
            </a:r>
          </a:p>
          <a:p>
            <a:pPr lvl="1"/>
            <a:r>
              <a:rPr lang="tr-TR" smtClean="0"/>
              <a:t>Second level</a:t>
            </a:r>
          </a:p>
          <a:p>
            <a:pPr lvl="2"/>
            <a:r>
              <a:rPr lang="tr-TR" smtClean="0"/>
              <a:t>Third level</a:t>
            </a:r>
          </a:p>
          <a:p>
            <a:pPr lvl="3"/>
            <a:r>
              <a:rPr lang="tr-TR" smtClean="0"/>
              <a:t>Fourth level</a:t>
            </a:r>
          </a:p>
          <a:p>
            <a:pPr lvl="4"/>
            <a:r>
              <a:rPr lang="tr-TR" smtClean="0"/>
              <a:t>Fifth level</a:t>
            </a:r>
            <a:endParaRPr lang="tr-T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tr-TR" smtClean="0"/>
              <a:t>1/27/13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Click to edit Master title style</a:t>
            </a:r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tr-TR" smtClean="0"/>
              <a:t>1/27/13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tr-TR" smtClean="0"/>
              <a:t>1/27/13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Click to edit Master text styles</a:t>
            </a:r>
          </a:p>
          <a:p>
            <a:pPr lvl="1"/>
            <a:r>
              <a:rPr lang="tr-TR" smtClean="0"/>
              <a:t>Second level</a:t>
            </a:r>
          </a:p>
          <a:p>
            <a:pPr lvl="2"/>
            <a:r>
              <a:rPr lang="tr-TR" smtClean="0"/>
              <a:t>Third level</a:t>
            </a:r>
          </a:p>
          <a:p>
            <a:pPr lvl="3"/>
            <a:r>
              <a:rPr lang="tr-TR" smtClean="0"/>
              <a:t>Fourth level</a:t>
            </a:r>
          </a:p>
          <a:p>
            <a:pPr lvl="4"/>
            <a:r>
              <a:rPr lang="tr-TR" smtClean="0"/>
              <a:t>Fifth level</a:t>
            </a:r>
            <a:endParaRPr lang="tr-T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tr-TR" smtClean="0"/>
              <a:t>1/27/13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Click to edit Master title style</a:t>
            </a:r>
            <a:endParaRPr lang="tr-T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tr-TR" smtClean="0"/>
              <a:t>1/27/13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Click to edit Master text styles</a:t>
            </a:r>
          </a:p>
          <a:p>
            <a:pPr lvl="1"/>
            <a:r>
              <a:rPr lang="tr-TR" smtClean="0"/>
              <a:t>Second level</a:t>
            </a:r>
          </a:p>
          <a:p>
            <a:pPr lvl="2"/>
            <a:r>
              <a:rPr lang="tr-TR" smtClean="0"/>
              <a:t>Third level</a:t>
            </a:r>
          </a:p>
          <a:p>
            <a:pPr lvl="3"/>
            <a:r>
              <a:rPr lang="tr-TR" smtClean="0"/>
              <a:t>Fourth level</a:t>
            </a:r>
          </a:p>
          <a:p>
            <a:pPr lvl="4"/>
            <a:r>
              <a:rPr lang="tr-TR" smtClean="0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tr-TR" smtClean="0"/>
              <a:t>1/27/13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 smtClean="0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Click to edit Master text styles</a:t>
            </a:r>
          </a:p>
          <a:p>
            <a:pPr lvl="1"/>
            <a:r>
              <a:rPr lang="tr-TR" smtClean="0"/>
              <a:t>Second level</a:t>
            </a:r>
          </a:p>
          <a:p>
            <a:pPr lvl="2"/>
            <a:r>
              <a:rPr lang="tr-TR" smtClean="0"/>
              <a:t>Third level</a:t>
            </a:r>
          </a:p>
          <a:p>
            <a:pPr lvl="3"/>
            <a:r>
              <a:rPr lang="tr-TR" smtClean="0"/>
              <a:t>Fourth level</a:t>
            </a:r>
          </a:p>
          <a:p>
            <a:pPr lvl="4"/>
            <a:r>
              <a:rPr lang="tr-TR" smtClean="0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tr-TR" smtClean="0"/>
              <a:t>1/27/13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Click to edit Master text styles</a:t>
            </a:r>
          </a:p>
          <a:p>
            <a:pPr lvl="1"/>
            <a:r>
              <a:rPr lang="tr-TR" smtClean="0"/>
              <a:t>Second level</a:t>
            </a:r>
          </a:p>
          <a:p>
            <a:pPr lvl="2"/>
            <a:r>
              <a:rPr lang="tr-TR" smtClean="0"/>
              <a:t>Third level</a:t>
            </a:r>
          </a:p>
          <a:p>
            <a:pPr lvl="3"/>
            <a:r>
              <a:rPr lang="tr-TR" smtClean="0"/>
              <a:t>Fourth level</a:t>
            </a:r>
          </a:p>
          <a:p>
            <a:pPr lvl="4"/>
            <a:r>
              <a:rPr lang="tr-TR" smtClean="0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tr-TR" smtClean="0"/>
              <a:t>1/27/13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